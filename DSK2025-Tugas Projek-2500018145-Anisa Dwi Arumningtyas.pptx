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89" r:id="rId7"/>
    <p:sldId id="299" r:id="rId8"/>
    <p:sldId id="290" r:id="rId9"/>
    <p:sldId id="286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>
        <p:scale>
          <a:sx n="50" d="100"/>
          <a:sy n="50" d="100"/>
        </p:scale>
        <p:origin x="1934" y="63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EFF9D-F2F5-44BF-BC6F-D1006B75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74AF2-2D1C-313A-0F0D-F01035F18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D6EFF-2458-3D53-8675-EC14EB36B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B5806-4C57-A544-EF72-BD670DC3D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62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8955075" cy="3954076"/>
          </a:xfrm>
        </p:spPr>
        <p:txBody>
          <a:bodyPr/>
          <a:lstStyle/>
          <a:p>
            <a:r>
              <a:rPr lang="en-US" dirty="0"/>
              <a:t>DSK2026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Projek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Tracker </a:t>
            </a:r>
            <a:r>
              <a:rPr lang="en-US" dirty="0" err="1"/>
              <a:t>Produktivitas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Nama 	: Anisa Dwi </a:t>
            </a:r>
            <a:r>
              <a:rPr lang="en-US" dirty="0" err="1"/>
              <a:t>Arumningtyas</a:t>
            </a:r>
            <a:endParaRPr lang="en-US" dirty="0"/>
          </a:p>
          <a:p>
            <a:r>
              <a:rPr lang="en-US" dirty="0"/>
              <a:t>NIM 		: 2500018145</a:t>
            </a:r>
          </a:p>
          <a:p>
            <a:r>
              <a:rPr lang="en-US" dirty="0"/>
              <a:t>Mata </a:t>
            </a:r>
            <a:r>
              <a:rPr lang="en-US" dirty="0" err="1"/>
              <a:t>Kuliah</a:t>
            </a:r>
            <a:r>
              <a:rPr lang="en-US" dirty="0"/>
              <a:t> : Dasar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  <a:p>
            <a:r>
              <a:rPr lang="en-US" dirty="0"/>
              <a:t>Nama Dosen : Ali </a:t>
            </a:r>
            <a:r>
              <a:rPr lang="en-US" dirty="0" err="1"/>
              <a:t>Tarmuji</a:t>
            </a:r>
            <a:r>
              <a:rPr lang="en-US" dirty="0"/>
              <a:t>, S.T.,M.T.</a:t>
            </a:r>
          </a:p>
          <a:p>
            <a:r>
              <a:rPr lang="en-US" dirty="0"/>
              <a:t>Prodi 		: </a:t>
            </a:r>
            <a:r>
              <a:rPr lang="en-US" dirty="0" err="1"/>
              <a:t>Informatika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RUANG LINGKUP APLIKAS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89280" y="2529840"/>
            <a:ext cx="10358121" cy="4114799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b="1" dirty="0"/>
              <a:t>Tracker </a:t>
            </a:r>
            <a:r>
              <a:rPr lang="en-US" b="1" dirty="0" err="1"/>
              <a:t>Produktivitas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b="1" dirty="0" err="1"/>
              <a:t>bahasa</a:t>
            </a:r>
            <a:r>
              <a:rPr lang="en-US" b="1" dirty="0"/>
              <a:t> Assembly</a:t>
            </a:r>
            <a:r>
              <a:rPr lang="en-US" dirty="0"/>
              <a:t> yang </a:t>
            </a:r>
            <a:r>
              <a:rPr lang="en-US" dirty="0" err="1"/>
              <a:t>berjalan</a:t>
            </a:r>
            <a:r>
              <a:rPr lang="en-US" dirty="0"/>
              <a:t> pada </a:t>
            </a:r>
            <a:r>
              <a:rPr lang="en-US" b="1" dirty="0"/>
              <a:t>mode console</a:t>
            </a:r>
            <a:r>
              <a:rPr lang="en-US" dirty="0"/>
              <a:t>.</a:t>
            </a:r>
          </a:p>
          <a:p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b="1" dirty="0" err="1"/>
              <a:t>mencatat</a:t>
            </a:r>
            <a:r>
              <a:rPr lang="en-US" b="1" dirty="0"/>
              <a:t> </a:t>
            </a:r>
            <a:r>
              <a:rPr lang="en-US" b="1" dirty="0" err="1"/>
              <a:t>aktivitas</a:t>
            </a:r>
            <a:r>
              <a:rPr lang="en-US" b="1" dirty="0"/>
              <a:t> </a:t>
            </a:r>
            <a:r>
              <a:rPr lang="en-US" b="1" dirty="0" err="1"/>
              <a:t>harian</a:t>
            </a:r>
            <a:r>
              <a:rPr lang="en-US" b="1" dirty="0"/>
              <a:t> </a:t>
            </a:r>
            <a:r>
              <a:rPr lang="en-US" b="1" dirty="0" err="1"/>
              <a:t>pengguna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.</a:t>
            </a:r>
          </a:p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dua </a:t>
            </a:r>
            <a:r>
              <a:rPr lang="en-US" dirty="0" err="1"/>
              <a:t>kategori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err="1"/>
              <a:t>Produktif</a:t>
            </a:r>
            <a:r>
              <a:rPr lang="en-US" dirty="0"/>
              <a:t>: </a:t>
            </a:r>
            <a:r>
              <a:rPr lang="en-US" dirty="0" err="1"/>
              <a:t>Kerja</a:t>
            </a:r>
            <a:r>
              <a:rPr lang="en-US" dirty="0"/>
              <a:t>, </a:t>
            </a:r>
            <a:r>
              <a:rPr lang="en-US" dirty="0" err="1"/>
              <a:t>Belajar</a:t>
            </a:r>
            <a:r>
              <a:rPr lang="en-US" dirty="0"/>
              <a:t>, </a:t>
            </a:r>
            <a:r>
              <a:rPr lang="en-US" dirty="0" err="1"/>
              <a:t>Kuliah</a:t>
            </a:r>
            <a:r>
              <a:rPr lang="en-US" dirty="0"/>
              <a:t>, </a:t>
            </a:r>
            <a:r>
              <a:rPr lang="en-US" dirty="0" err="1"/>
              <a:t>Olahraga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Tidak </a:t>
            </a:r>
            <a:r>
              <a:rPr lang="en-US" b="1" dirty="0" err="1"/>
              <a:t>Produktif</a:t>
            </a:r>
            <a:r>
              <a:rPr lang="en-US" dirty="0"/>
              <a:t>: </a:t>
            </a:r>
            <a:r>
              <a:rPr lang="en-US" dirty="0" err="1"/>
              <a:t>Tidur</a:t>
            </a:r>
            <a:r>
              <a:rPr lang="en-US" dirty="0"/>
              <a:t>, Main, </a:t>
            </a:r>
            <a:r>
              <a:rPr lang="en-US" dirty="0" err="1"/>
              <a:t>Menonton</a:t>
            </a:r>
            <a:r>
              <a:rPr lang="en-US" dirty="0"/>
              <a:t>, </a:t>
            </a:r>
            <a:r>
              <a:rPr lang="en-US" dirty="0" err="1"/>
              <a:t>Berbincang</a:t>
            </a:r>
            <a:endParaRPr lang="en-US" dirty="0"/>
          </a:p>
          <a:p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Total jam </a:t>
            </a:r>
            <a:r>
              <a:rPr lang="en-US" dirty="0" err="1"/>
              <a:t>produktif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Total jam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produktif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Total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aktivitas</a:t>
            </a:r>
            <a:endParaRPr lang="en-US" dirty="0"/>
          </a:p>
          <a:p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,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b="1" dirty="0" err="1"/>
              <a:t>tingkat</a:t>
            </a:r>
            <a:r>
              <a:rPr lang="en-US" b="1" dirty="0"/>
              <a:t> </a:t>
            </a:r>
            <a:r>
              <a:rPr lang="en-US" b="1" dirty="0" err="1"/>
              <a:t>produktivitas</a:t>
            </a:r>
            <a:r>
              <a:rPr lang="en-US" b="1" dirty="0"/>
              <a:t> </a:t>
            </a:r>
            <a:r>
              <a:rPr lang="en-US" b="1" dirty="0" err="1"/>
              <a:t>pengguna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Tidak </a:t>
            </a:r>
            <a:r>
              <a:rPr lang="en-US" dirty="0" err="1"/>
              <a:t>Produktif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Produktif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Produktif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7878-2051-F375-EC28-F017E546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3825A-BFC4-4B4F-25BC-295B99BD2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DESAIN/RANCANGAN APLIKASI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564F31-A4B2-B7DE-76E6-8D3A9443B348}"/>
              </a:ext>
            </a:extLst>
          </p:cNvPr>
          <p:cNvSpPr>
            <a:spLocks noGrp="1" noChangeArrowheads="1"/>
          </p:cNvSpPr>
          <p:nvPr>
            <p:ph idx="14"/>
          </p:nvPr>
        </p:nvSpPr>
        <p:spPr bwMode="auto">
          <a:xfrm>
            <a:off x="588963" y="3295213"/>
            <a:ext cx="104417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Aplikasi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dirancang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sebagai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program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berbasis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teks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(console)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bahasa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Assembly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Interaksi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pengguna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dilakukan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melalui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 keyboard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teks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layar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Alur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kerja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aplikasi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umum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Program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menampilkan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judul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aplikasi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Pengguna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memasukkan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jumlah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aktivitas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produktif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Pengguna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memasukkan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jumlah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aktivitas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produktif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Program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menghitung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total jam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aktivitas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Program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menampilkan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hasil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analisis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produktivitas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Desain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aplikasi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dibuat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sederhana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agar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mudah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dipahami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sesuai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konsep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dasar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699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IMPLEMENTASI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532120" y="2023984"/>
            <a:ext cx="6370319" cy="4574936"/>
          </a:xfrm>
        </p:spPr>
        <p:txBody>
          <a:bodyPr>
            <a:normAutofit/>
          </a:bodyPr>
          <a:lstStyle/>
          <a:p>
            <a:r>
              <a:rPr lang="en-US" i="1" dirty="0"/>
              <a:t>mov al, prod</a:t>
            </a:r>
          </a:p>
          <a:p>
            <a:r>
              <a:rPr lang="en-US" i="1" dirty="0" err="1"/>
              <a:t>cmp</a:t>
            </a:r>
            <a:r>
              <a:rPr lang="en-US" i="1" dirty="0"/>
              <a:t> al, </a:t>
            </a:r>
            <a:r>
              <a:rPr lang="en-US" i="1" dirty="0" err="1"/>
              <a:t>nonp</a:t>
            </a:r>
            <a:endParaRPr lang="en-US" i="1" dirty="0"/>
          </a:p>
          <a:p>
            <a:r>
              <a:rPr lang="en-US" i="1" dirty="0" err="1"/>
              <a:t>jb</a:t>
            </a:r>
            <a:r>
              <a:rPr lang="en-US" i="1" dirty="0"/>
              <a:t> </a:t>
            </a:r>
            <a:r>
              <a:rPr lang="en-US" i="1" dirty="0" err="1"/>
              <a:t>tampil_tidak</a:t>
            </a:r>
            <a:endParaRPr lang="en-US" i="1" dirty="0"/>
          </a:p>
          <a:p>
            <a:r>
              <a:rPr lang="en-US" i="1" dirty="0"/>
              <a:t>je </a:t>
            </a:r>
            <a:r>
              <a:rPr lang="en-US" i="1" dirty="0" err="1"/>
              <a:t>tampil_cukup</a:t>
            </a:r>
            <a:endParaRPr lang="en-US" i="1" dirty="0"/>
          </a:p>
          <a:p>
            <a:r>
              <a:rPr lang="en-US" i="1" dirty="0"/>
              <a:t>ja </a:t>
            </a:r>
            <a:r>
              <a:rPr lang="en-US" i="1" dirty="0" err="1"/>
              <a:t>tampil_prod</a:t>
            </a:r>
            <a:endParaRPr lang="en-US" i="1" dirty="0"/>
          </a:p>
          <a:p>
            <a:endParaRPr lang="en-US" i="1" dirty="0"/>
          </a:p>
          <a:p>
            <a:r>
              <a:rPr lang="en-US" dirty="0"/>
              <a:t>Kode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total jam </a:t>
            </a:r>
            <a:r>
              <a:rPr lang="en-US" dirty="0" err="1"/>
              <a:t>aktivitas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jam </a:t>
            </a:r>
            <a:r>
              <a:rPr lang="en-US" dirty="0" err="1"/>
              <a:t>produktif</a:t>
            </a:r>
            <a:r>
              <a:rPr lang="en-US" dirty="0"/>
              <a:t> dan jam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produktif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produktivitas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6CBB8F-2F16-A9EA-CAF8-EFF8460008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492" y="2023984"/>
            <a:ext cx="410622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Aplikasi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dibuat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bahasa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Assembly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menerima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input jam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aktivitas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pengguna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interrupt 21h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aktivitas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disimpan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dihitung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Perhitungan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produktivitas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dilakukan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membandingkan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jam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produktif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jam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produktif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452" y="624266"/>
            <a:ext cx="4599467" cy="1493520"/>
          </a:xfrm>
        </p:spPr>
        <p:txBody>
          <a:bodyPr/>
          <a:lstStyle/>
          <a:p>
            <a:r>
              <a:rPr lang="en-US" dirty="0"/>
              <a:t>HASIL AKHIR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3D96AB-311A-D2A7-58B5-1E931F58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959" y="1371026"/>
            <a:ext cx="6144482" cy="4115374"/>
          </a:xfrm>
          <a:prstGeom prst="rect">
            <a:avLst/>
          </a:prstGeom>
        </p:spPr>
      </p:pic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47EEA2F0-9557-1318-1E31-3EB2A44E9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52" y="2248137"/>
            <a:ext cx="41665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err="1"/>
              <a:t>Berdasarkan</a:t>
            </a:r>
            <a:r>
              <a:rPr lang="en-US" sz="1800" dirty="0"/>
              <a:t> </a:t>
            </a:r>
            <a:r>
              <a:rPr lang="en-US" sz="1800" dirty="0" err="1"/>
              <a:t>hasil</a:t>
            </a:r>
            <a:r>
              <a:rPr lang="en-US" sz="1800" dirty="0"/>
              <a:t> </a:t>
            </a:r>
            <a:r>
              <a:rPr lang="en-US" sz="1800" dirty="0" err="1"/>
              <a:t>pengujian</a:t>
            </a:r>
            <a:r>
              <a:rPr lang="en-US" sz="1800" dirty="0"/>
              <a:t> yang </a:t>
            </a:r>
            <a:r>
              <a:rPr lang="en-US" sz="1800" dirty="0" err="1"/>
              <a:t>telah</a:t>
            </a:r>
            <a:r>
              <a:rPr lang="en-US" sz="1800" dirty="0"/>
              <a:t> </a:t>
            </a:r>
            <a:r>
              <a:rPr lang="en-US" sz="1800" dirty="0" err="1"/>
              <a:t>dilakukan</a:t>
            </a:r>
            <a:r>
              <a:rPr lang="en-US" sz="1800" dirty="0"/>
              <a:t>, </a:t>
            </a:r>
            <a:r>
              <a:rPr lang="en-US" sz="1800" dirty="0" err="1"/>
              <a:t>aplikasi</a:t>
            </a:r>
            <a:r>
              <a:rPr lang="en-US" sz="1800" dirty="0"/>
              <a:t> </a:t>
            </a:r>
            <a:r>
              <a:rPr lang="en-US" sz="1800" b="1" dirty="0"/>
              <a:t>DSKPRO (Tracker </a:t>
            </a:r>
            <a:r>
              <a:rPr lang="en-US" sz="1800" b="1" dirty="0" err="1"/>
              <a:t>Produktivitas</a:t>
            </a:r>
            <a:r>
              <a:rPr lang="en-US" sz="1800" b="1" dirty="0"/>
              <a:t>)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berjalan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baik</a:t>
            </a:r>
            <a:r>
              <a:rPr lang="en-US" sz="1800" dirty="0"/>
              <a:t> dan </a:t>
            </a:r>
            <a:r>
              <a:rPr lang="en-US" sz="1800" dirty="0" err="1"/>
              <a:t>sesuai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  <a:r>
              <a:rPr lang="en-US" sz="1800" dirty="0" err="1"/>
              <a:t>perancangan</a:t>
            </a:r>
            <a:r>
              <a:rPr lang="en-US" sz="1800" dirty="0"/>
              <a:t>. Program </a:t>
            </a:r>
            <a:r>
              <a:rPr lang="en-US" sz="1800" dirty="0" err="1"/>
              <a:t>mampu</a:t>
            </a:r>
            <a:r>
              <a:rPr lang="en-US" sz="1800" dirty="0"/>
              <a:t> </a:t>
            </a:r>
            <a:r>
              <a:rPr lang="en-US" sz="1800" dirty="0" err="1"/>
              <a:t>menerima</a:t>
            </a:r>
            <a:r>
              <a:rPr lang="en-US" sz="1800" dirty="0"/>
              <a:t> input </a:t>
            </a:r>
            <a:r>
              <a:rPr lang="en-US" sz="1800" dirty="0" err="1"/>
              <a:t>aktivitas</a:t>
            </a:r>
            <a:r>
              <a:rPr lang="en-US" sz="1800" dirty="0"/>
              <a:t> </a:t>
            </a:r>
            <a:r>
              <a:rPr lang="en-US" sz="1800" dirty="0" err="1"/>
              <a:t>harian</a:t>
            </a:r>
            <a:r>
              <a:rPr lang="en-US" sz="1800" dirty="0"/>
              <a:t>, </a:t>
            </a:r>
            <a:r>
              <a:rPr lang="en-US" sz="1800" dirty="0" err="1"/>
              <a:t>menghitung</a:t>
            </a:r>
            <a:r>
              <a:rPr lang="en-US" sz="1800" dirty="0"/>
              <a:t> total jam </a:t>
            </a:r>
            <a:r>
              <a:rPr lang="en-US" sz="1800" dirty="0" err="1"/>
              <a:t>produktif</a:t>
            </a:r>
            <a:r>
              <a:rPr lang="en-US" sz="1800" dirty="0"/>
              <a:t> dan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produktif</a:t>
            </a:r>
            <a:r>
              <a:rPr lang="en-US" sz="1800" dirty="0"/>
              <a:t>, </a:t>
            </a:r>
            <a:r>
              <a:rPr lang="en-US" sz="1800" dirty="0" err="1"/>
              <a:t>serta</a:t>
            </a:r>
            <a:r>
              <a:rPr lang="en-US" sz="1800" dirty="0"/>
              <a:t> </a:t>
            </a:r>
            <a:r>
              <a:rPr lang="en-US" sz="1800" dirty="0" err="1"/>
              <a:t>menampilkan</a:t>
            </a:r>
            <a:r>
              <a:rPr lang="en-US" sz="1800" dirty="0"/>
              <a:t> </a:t>
            </a:r>
            <a:r>
              <a:rPr lang="en-US" sz="1800" dirty="0" err="1"/>
              <a:t>tingkat</a:t>
            </a:r>
            <a:r>
              <a:rPr lang="en-US" sz="1800" dirty="0"/>
              <a:t> </a:t>
            </a:r>
            <a:r>
              <a:rPr lang="en-US" sz="1800" dirty="0" err="1"/>
              <a:t>produktivitas</a:t>
            </a:r>
            <a:r>
              <a:rPr lang="en-US" sz="1800" dirty="0"/>
              <a:t> </a:t>
            </a:r>
            <a:r>
              <a:rPr lang="en-US" sz="1800" dirty="0" err="1"/>
              <a:t>pengguna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tepat</a:t>
            </a:r>
            <a:r>
              <a:rPr lang="en-US" sz="1800" dirty="0"/>
              <a:t>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72</TotalTime>
  <Words>343</Words>
  <Application>Microsoft Office PowerPoint</Application>
  <PresentationFormat>Widescreen</PresentationFormat>
  <Paragraphs>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Tenorite</vt:lpstr>
      <vt:lpstr>Wingdings</vt:lpstr>
      <vt:lpstr>Custom</vt:lpstr>
      <vt:lpstr>DSK2026 Tugas Projek</vt:lpstr>
      <vt:lpstr>Tracker Produktivitas</vt:lpstr>
      <vt:lpstr>RUANG LINGKUP APLIKAS</vt:lpstr>
      <vt:lpstr>DESAIN/RANCANGAN APLIKASI</vt:lpstr>
      <vt:lpstr>IMPLEMENTASI PROGRAM</vt:lpstr>
      <vt:lpstr>HASIL AKHIR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yourhoneyokiedokie@gmail.com</dc:creator>
  <cp:lastModifiedBy>yourhoneyokiedokie@gmail.com</cp:lastModifiedBy>
  <cp:revision>4</cp:revision>
  <dcterms:created xsi:type="dcterms:W3CDTF">2026-01-20T04:02:24Z</dcterms:created>
  <dcterms:modified xsi:type="dcterms:W3CDTF">2026-01-20T05:14:29Z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